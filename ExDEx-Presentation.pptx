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288D3-706A-43BC-8785-09131683C124}" v="107" dt="2026-01-17T09:47:37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Milla" userId="066c60c930f0ee7e" providerId="LiveId" clId="{F4F1AB15-4B12-4C7A-A7EC-7648ACBA0A6D}"/>
    <pc:docChg chg="undo custSel addSld modSld sldOrd">
      <pc:chgData name="Sara Milla" userId="066c60c930f0ee7e" providerId="LiveId" clId="{F4F1AB15-4B12-4C7A-A7EC-7648ACBA0A6D}" dt="2026-01-17T09:48:05.211" v="254"/>
      <pc:docMkLst>
        <pc:docMk/>
      </pc:docMkLst>
      <pc:sldChg chg="modSp new mod">
        <pc:chgData name="Sara Milla" userId="066c60c930f0ee7e" providerId="LiveId" clId="{F4F1AB15-4B12-4C7A-A7EC-7648ACBA0A6D}" dt="2026-01-17T09:35:14.885" v="6"/>
        <pc:sldMkLst>
          <pc:docMk/>
          <pc:sldMk cId="128580346" sldId="256"/>
        </pc:sldMkLst>
        <pc:spChg chg="mod">
          <ac:chgData name="Sara Milla" userId="066c60c930f0ee7e" providerId="LiveId" clId="{F4F1AB15-4B12-4C7A-A7EC-7648ACBA0A6D}" dt="2026-01-17T09:34:59.338" v="5" actId="20577"/>
          <ac:spMkLst>
            <pc:docMk/>
            <pc:sldMk cId="128580346" sldId="256"/>
            <ac:spMk id="2" creationId="{E00F4CB7-73A4-9FE5-CF93-2A80297A1FB0}"/>
          </ac:spMkLst>
        </pc:spChg>
        <pc:spChg chg="mod">
          <ac:chgData name="Sara Milla" userId="066c60c930f0ee7e" providerId="LiveId" clId="{F4F1AB15-4B12-4C7A-A7EC-7648ACBA0A6D}" dt="2026-01-17T09:35:14.885" v="6"/>
          <ac:spMkLst>
            <pc:docMk/>
            <pc:sldMk cId="128580346" sldId="256"/>
            <ac:spMk id="3" creationId="{331A320E-686F-D70D-961B-F80FF6C87291}"/>
          </ac:spMkLst>
        </pc:spChg>
      </pc:sldChg>
      <pc:sldChg chg="modSp new mod">
        <pc:chgData name="Sara Milla" userId="066c60c930f0ee7e" providerId="LiveId" clId="{F4F1AB15-4B12-4C7A-A7EC-7648ACBA0A6D}" dt="2026-01-17T09:36:53.471" v="28" actId="12"/>
        <pc:sldMkLst>
          <pc:docMk/>
          <pc:sldMk cId="2210603630" sldId="257"/>
        </pc:sldMkLst>
        <pc:spChg chg="mod">
          <ac:chgData name="Sara Milla" userId="066c60c930f0ee7e" providerId="LiveId" clId="{F4F1AB15-4B12-4C7A-A7EC-7648ACBA0A6D}" dt="2026-01-17T09:35:57.858" v="12" actId="20577"/>
          <ac:spMkLst>
            <pc:docMk/>
            <pc:sldMk cId="2210603630" sldId="257"/>
            <ac:spMk id="2" creationId="{FAFA5CED-80F7-FDA0-8E08-484CA1F606BB}"/>
          </ac:spMkLst>
        </pc:spChg>
        <pc:spChg chg="mod">
          <ac:chgData name="Sara Milla" userId="066c60c930f0ee7e" providerId="LiveId" clId="{F4F1AB15-4B12-4C7A-A7EC-7648ACBA0A6D}" dt="2026-01-17T09:36:53.471" v="28" actId="12"/>
          <ac:spMkLst>
            <pc:docMk/>
            <pc:sldMk cId="2210603630" sldId="257"/>
            <ac:spMk id="3" creationId="{3358BA2E-4B3C-5577-D8F6-D45D34796EB4}"/>
          </ac:spMkLst>
        </pc:spChg>
      </pc:sldChg>
      <pc:sldChg chg="addSp delSp modSp new mod">
        <pc:chgData name="Sara Milla" userId="066c60c930f0ee7e" providerId="LiveId" clId="{F4F1AB15-4B12-4C7A-A7EC-7648ACBA0A6D}" dt="2026-01-17T09:38:13.979" v="53" actId="20577"/>
        <pc:sldMkLst>
          <pc:docMk/>
          <pc:sldMk cId="2384938423" sldId="258"/>
        </pc:sldMkLst>
        <pc:spChg chg="mod">
          <ac:chgData name="Sara Milla" userId="066c60c930f0ee7e" providerId="LiveId" clId="{F4F1AB15-4B12-4C7A-A7EC-7648ACBA0A6D}" dt="2026-01-17T09:37:07.263" v="30"/>
          <ac:spMkLst>
            <pc:docMk/>
            <pc:sldMk cId="2384938423" sldId="258"/>
            <ac:spMk id="2" creationId="{CBC8342C-405B-A60D-6443-EE8407AD21AE}"/>
          </ac:spMkLst>
        </pc:spChg>
        <pc:spChg chg="add del mod">
          <ac:chgData name="Sara Milla" userId="066c60c930f0ee7e" providerId="LiveId" clId="{F4F1AB15-4B12-4C7A-A7EC-7648ACBA0A6D}" dt="2026-01-17T09:38:13.979" v="53" actId="20577"/>
          <ac:spMkLst>
            <pc:docMk/>
            <pc:sldMk cId="2384938423" sldId="258"/>
            <ac:spMk id="3" creationId="{07559E41-510D-D837-2D9D-C641EBF1F6B4}"/>
          </ac:spMkLst>
        </pc:spChg>
        <pc:spChg chg="add mod">
          <ac:chgData name="Sara Milla" userId="066c60c930f0ee7e" providerId="LiveId" clId="{F4F1AB15-4B12-4C7A-A7EC-7648ACBA0A6D}" dt="2026-01-17T09:37:22.504" v="32"/>
          <ac:spMkLst>
            <pc:docMk/>
            <pc:sldMk cId="2384938423" sldId="258"/>
            <ac:spMk id="4" creationId="{3E5856E9-AFDC-21B9-A1AA-130FDE9E37DC}"/>
          </ac:spMkLst>
        </pc:spChg>
        <pc:spChg chg="add mod">
          <ac:chgData name="Sara Milla" userId="066c60c930f0ee7e" providerId="LiveId" clId="{F4F1AB15-4B12-4C7A-A7EC-7648ACBA0A6D}" dt="2026-01-17T09:37:25.361" v="35"/>
          <ac:spMkLst>
            <pc:docMk/>
            <pc:sldMk cId="2384938423" sldId="258"/>
            <ac:spMk id="5" creationId="{4992504E-C0FE-08C5-49F5-33D8EF041617}"/>
          </ac:spMkLst>
        </pc:spChg>
      </pc:sldChg>
      <pc:sldChg chg="addSp delSp modSp new mod">
        <pc:chgData name="Sara Milla" userId="066c60c930f0ee7e" providerId="LiveId" clId="{F4F1AB15-4B12-4C7A-A7EC-7648ACBA0A6D}" dt="2026-01-17T09:43:00.773" v="142" actId="20577"/>
        <pc:sldMkLst>
          <pc:docMk/>
          <pc:sldMk cId="626584149" sldId="259"/>
        </pc:sldMkLst>
        <pc:spChg chg="mod">
          <ac:chgData name="Sara Milla" userId="066c60c930f0ee7e" providerId="LiveId" clId="{F4F1AB15-4B12-4C7A-A7EC-7648ACBA0A6D}" dt="2026-01-17T09:38:36.428" v="55"/>
          <ac:spMkLst>
            <pc:docMk/>
            <pc:sldMk cId="626584149" sldId="259"/>
            <ac:spMk id="2" creationId="{6DD8A826-33C0-5FBC-3987-FE5CC0FA702C}"/>
          </ac:spMkLst>
        </pc:spChg>
        <pc:spChg chg="mod">
          <ac:chgData name="Sara Milla" userId="066c60c930f0ee7e" providerId="LiveId" clId="{F4F1AB15-4B12-4C7A-A7EC-7648ACBA0A6D}" dt="2026-01-17T09:43:00.773" v="142" actId="20577"/>
          <ac:spMkLst>
            <pc:docMk/>
            <pc:sldMk cId="626584149" sldId="259"/>
            <ac:spMk id="3" creationId="{EB8A1ECF-6648-8121-5B84-01EAFAA19EF4}"/>
          </ac:spMkLst>
        </pc:spChg>
        <pc:spChg chg="add">
          <ac:chgData name="Sara Milla" userId="066c60c930f0ee7e" providerId="LiveId" clId="{F4F1AB15-4B12-4C7A-A7EC-7648ACBA0A6D}" dt="2026-01-17T09:39:19.041" v="59"/>
          <ac:spMkLst>
            <pc:docMk/>
            <pc:sldMk cId="626584149" sldId="259"/>
            <ac:spMk id="4" creationId="{FD814E57-D5CC-9A03-A8E6-D02D55C986E0}"/>
          </ac:spMkLst>
        </pc:spChg>
        <pc:spChg chg="add del mod">
          <ac:chgData name="Sara Milla" userId="066c60c930f0ee7e" providerId="LiveId" clId="{F4F1AB15-4B12-4C7A-A7EC-7648ACBA0A6D}" dt="2026-01-17T09:39:43.811" v="64" actId="478"/>
          <ac:spMkLst>
            <pc:docMk/>
            <pc:sldMk cId="626584149" sldId="259"/>
            <ac:spMk id="5" creationId="{D526753C-FAF5-EFC0-C494-BE3296EC4AC3}"/>
          </ac:spMkLst>
        </pc:spChg>
      </pc:sldChg>
      <pc:sldChg chg="modSp new mod">
        <pc:chgData name="Sara Milla" userId="066c60c930f0ee7e" providerId="LiveId" clId="{F4F1AB15-4B12-4C7A-A7EC-7648ACBA0A6D}" dt="2026-01-17T09:43:39.709" v="148" actId="20577"/>
        <pc:sldMkLst>
          <pc:docMk/>
          <pc:sldMk cId="3887724242" sldId="260"/>
        </pc:sldMkLst>
        <pc:spChg chg="mod">
          <ac:chgData name="Sara Milla" userId="066c60c930f0ee7e" providerId="LiveId" clId="{F4F1AB15-4B12-4C7A-A7EC-7648ACBA0A6D}" dt="2026-01-17T09:43:23.306" v="143"/>
          <ac:spMkLst>
            <pc:docMk/>
            <pc:sldMk cId="3887724242" sldId="260"/>
            <ac:spMk id="2" creationId="{FB99B289-BE3C-775E-B018-74263C35E4E8}"/>
          </ac:spMkLst>
        </pc:spChg>
        <pc:spChg chg="mod">
          <ac:chgData name="Sara Milla" userId="066c60c930f0ee7e" providerId="LiveId" clId="{F4F1AB15-4B12-4C7A-A7EC-7648ACBA0A6D}" dt="2026-01-17T09:43:39.709" v="148" actId="20577"/>
          <ac:spMkLst>
            <pc:docMk/>
            <pc:sldMk cId="3887724242" sldId="260"/>
            <ac:spMk id="3" creationId="{4620C5F3-76CC-C640-4067-D4A2D7D2DB0C}"/>
          </ac:spMkLst>
        </pc:spChg>
      </pc:sldChg>
      <pc:sldChg chg="modSp new mod">
        <pc:chgData name="Sara Milla" userId="066c60c930f0ee7e" providerId="LiveId" clId="{F4F1AB15-4B12-4C7A-A7EC-7648ACBA0A6D}" dt="2026-01-17T09:44:24.884" v="166" actId="113"/>
        <pc:sldMkLst>
          <pc:docMk/>
          <pc:sldMk cId="2562249326" sldId="261"/>
        </pc:sldMkLst>
        <pc:spChg chg="mod">
          <ac:chgData name="Sara Milla" userId="066c60c930f0ee7e" providerId="LiveId" clId="{F4F1AB15-4B12-4C7A-A7EC-7648ACBA0A6D}" dt="2026-01-17T09:43:51.378" v="150"/>
          <ac:spMkLst>
            <pc:docMk/>
            <pc:sldMk cId="2562249326" sldId="261"/>
            <ac:spMk id="2" creationId="{1BE2BE45-E3A5-7623-6D6C-18F2DDD31A80}"/>
          </ac:spMkLst>
        </pc:spChg>
        <pc:spChg chg="mod">
          <ac:chgData name="Sara Milla" userId="066c60c930f0ee7e" providerId="LiveId" clId="{F4F1AB15-4B12-4C7A-A7EC-7648ACBA0A6D}" dt="2026-01-17T09:44:24.884" v="166" actId="113"/>
          <ac:spMkLst>
            <pc:docMk/>
            <pc:sldMk cId="2562249326" sldId="261"/>
            <ac:spMk id="3" creationId="{269836B9-D4B4-7697-AAAE-8B2DBD470CD2}"/>
          </ac:spMkLst>
        </pc:spChg>
      </pc:sldChg>
      <pc:sldChg chg="modSp new mod">
        <pc:chgData name="Sara Milla" userId="066c60c930f0ee7e" providerId="LiveId" clId="{F4F1AB15-4B12-4C7A-A7EC-7648ACBA0A6D}" dt="2026-01-17T09:45:37.937" v="195" actId="20577"/>
        <pc:sldMkLst>
          <pc:docMk/>
          <pc:sldMk cId="1882701932" sldId="262"/>
        </pc:sldMkLst>
        <pc:spChg chg="mod">
          <ac:chgData name="Sara Milla" userId="066c60c930f0ee7e" providerId="LiveId" clId="{F4F1AB15-4B12-4C7A-A7EC-7648ACBA0A6D}" dt="2026-01-17T09:44:55.261" v="169" actId="404"/>
          <ac:spMkLst>
            <pc:docMk/>
            <pc:sldMk cId="1882701932" sldId="262"/>
            <ac:spMk id="2" creationId="{A0319C02-4B24-F719-096E-7C5DB15AB764}"/>
          </ac:spMkLst>
        </pc:spChg>
        <pc:spChg chg="mod">
          <ac:chgData name="Sara Milla" userId="066c60c930f0ee7e" providerId="LiveId" clId="{F4F1AB15-4B12-4C7A-A7EC-7648ACBA0A6D}" dt="2026-01-17T09:45:37.937" v="195" actId="20577"/>
          <ac:spMkLst>
            <pc:docMk/>
            <pc:sldMk cId="1882701932" sldId="262"/>
            <ac:spMk id="3" creationId="{3E0C8484-52B5-BB16-D6AF-B74F3D30DECA}"/>
          </ac:spMkLst>
        </pc:spChg>
      </pc:sldChg>
      <pc:sldChg chg="modSp new mod ord">
        <pc:chgData name="Sara Milla" userId="066c60c930f0ee7e" providerId="LiveId" clId="{F4F1AB15-4B12-4C7A-A7EC-7648ACBA0A6D}" dt="2026-01-17T09:48:05.211" v="254"/>
        <pc:sldMkLst>
          <pc:docMk/>
          <pc:sldMk cId="2296859871" sldId="263"/>
        </pc:sldMkLst>
        <pc:spChg chg="mod">
          <ac:chgData name="Sara Milla" userId="066c60c930f0ee7e" providerId="LiveId" clId="{F4F1AB15-4B12-4C7A-A7EC-7648ACBA0A6D}" dt="2026-01-17T09:47:59.927" v="252" actId="20577"/>
          <ac:spMkLst>
            <pc:docMk/>
            <pc:sldMk cId="2296859871" sldId="263"/>
            <ac:spMk id="2" creationId="{3FBF0377-6A5D-13D2-BCDA-E2A09E998D1C}"/>
          </ac:spMkLst>
        </pc:spChg>
        <pc:spChg chg="mod">
          <ac:chgData name="Sara Milla" userId="066c60c930f0ee7e" providerId="LiveId" clId="{F4F1AB15-4B12-4C7A-A7EC-7648ACBA0A6D}" dt="2026-01-17T09:46:14.778" v="197"/>
          <ac:spMkLst>
            <pc:docMk/>
            <pc:sldMk cId="2296859871" sldId="263"/>
            <ac:spMk id="3" creationId="{81E415B4-1FB4-FBF3-34F6-CFC32EBC7DD8}"/>
          </ac:spMkLst>
        </pc:spChg>
      </pc:sldChg>
      <pc:sldChg chg="addSp delSp modSp new mod ord">
        <pc:chgData name="Sara Milla" userId="066c60c930f0ee7e" providerId="LiveId" clId="{F4F1AB15-4B12-4C7A-A7EC-7648ACBA0A6D}" dt="2026-01-17T09:47:53.542" v="241" actId="20577"/>
        <pc:sldMkLst>
          <pc:docMk/>
          <pc:sldMk cId="816671817" sldId="264"/>
        </pc:sldMkLst>
        <pc:spChg chg="mod">
          <ac:chgData name="Sara Milla" userId="066c60c930f0ee7e" providerId="LiveId" clId="{F4F1AB15-4B12-4C7A-A7EC-7648ACBA0A6D}" dt="2026-01-17T09:47:53.542" v="241" actId="20577"/>
          <ac:spMkLst>
            <pc:docMk/>
            <pc:sldMk cId="816671817" sldId="264"/>
            <ac:spMk id="2" creationId="{5B443840-5D10-949B-17DA-A1BF1443A1AB}"/>
          </ac:spMkLst>
        </pc:spChg>
        <pc:spChg chg="add del mod">
          <ac:chgData name="Sara Milla" userId="066c60c930f0ee7e" providerId="LiveId" clId="{F4F1AB15-4B12-4C7A-A7EC-7648ACBA0A6D}" dt="2026-01-17T09:47:37.024" v="228"/>
          <ac:spMkLst>
            <pc:docMk/>
            <pc:sldMk cId="816671817" sldId="264"/>
            <ac:spMk id="3" creationId="{D6F0FE85-C8FC-866F-9BCA-869262146B50}"/>
          </ac:spMkLst>
        </pc:spChg>
        <pc:spChg chg="add mod">
          <ac:chgData name="Sara Milla" userId="066c60c930f0ee7e" providerId="LiveId" clId="{F4F1AB15-4B12-4C7A-A7EC-7648ACBA0A6D}" dt="2026-01-17T09:46:42.822" v="212"/>
          <ac:spMkLst>
            <pc:docMk/>
            <pc:sldMk cId="816671817" sldId="264"/>
            <ac:spMk id="4" creationId="{AD937605-DE7B-4D6C-6BF0-D8735B6F50C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4ED36-1090-3A0A-71A1-B06E0273E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022B6-7861-A461-1694-4FCD1992C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28B97-FC37-26C2-7C83-CF03A4F9A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154D-B9D4-469C-B864-0E6DE3867B08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86380-64C6-A001-D4BD-62D4B3F1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57270-6379-5BFB-F8F1-9551ABCD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35A69-EB04-4828-B587-F1DE04E07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87BC3-5968-8529-CB35-19E3A21F6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6E651-0ACA-0066-83C6-12A907A79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1BF7B-835A-6BB8-07A0-5D696F488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154D-B9D4-469C-B864-0E6DE3867B08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F2F62-454D-94FD-4231-FAE9D5E59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DB9DD-CE31-B648-8BAE-8743D52A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35A69-EB04-4828-B587-F1DE04E07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47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2E068-DBE4-B269-5838-B67FC7B92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3E056-57B3-73E9-9638-BCDD3B1A6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D26A2-3F1C-F9B3-0589-2E102389E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154D-B9D4-469C-B864-0E6DE3867B08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EE979-9CDC-6475-B4D8-7E3D38230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8E930-0B13-3EF9-5643-62FC23FE6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35A69-EB04-4828-B587-F1DE04E07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04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B6B7B-AD3F-0582-6444-C1F40E790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6CB8D-9E4B-858C-09F8-9C8EE2D35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1DE8A-93F9-457F-E3D8-46B14B099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4156F-937A-286B-A886-02AAF5FD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154D-B9D4-469C-B864-0E6DE3867B08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9D1B3-EBAD-816C-9F17-E2B3D98C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E10C5-6972-0B54-2737-06C56021C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35A69-EB04-4828-B587-F1DE04E07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93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6F1A6-FCAC-E442-28B0-F2914BB94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5D69F-155F-5387-C685-E05F88F78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9B04C-173C-FA3A-05A5-3212A15CA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DD740D-E800-1523-81B3-CE99298D5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FCB6F6-60C2-AFD5-96EC-9E213D57C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DD586E-CC7E-BA74-51A3-4E7A0004D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154D-B9D4-469C-B864-0E6DE3867B08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03D870-A360-486E-32A0-72D3529C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B0296-DB39-1D75-0660-4F78EEF9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35A69-EB04-4828-B587-F1DE04E07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50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90AC9-F828-9BA2-CDE5-EC8062DCA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33B09F-E610-ACE3-5814-BAF3CD435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154D-B9D4-469C-B864-0E6DE3867B08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E40B4-B8F1-00E7-E558-69ABBE95C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0B74A4-1680-BEBF-929B-9176D80D6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35A69-EB04-4828-B587-F1DE04E07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4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446D22-FBB0-0F94-A443-4AC1A5FA8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154D-B9D4-469C-B864-0E6DE3867B08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5E5F82-8F28-45FF-3F7A-05BEBC5C2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3958E-4CD1-C6B7-2793-00EB466E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35A69-EB04-4828-B587-F1DE04E07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9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35760-32B0-AF93-A63D-38FC5A3B0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9643C-33D0-F048-D845-68887FF44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6496A-A70A-A14E-9AD3-91215E297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3E72D8-1F0D-F3DA-F164-05AF642ED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154D-B9D4-469C-B864-0E6DE3867B08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6983D-88FC-B1D9-CA08-35D7CA1B1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56FA4-DF2A-F23C-5E63-966AEBDB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35A69-EB04-4828-B587-F1DE04E07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29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B4285-CAF5-C81A-7754-1A7B3A647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C19761-6A8A-9F1A-FE87-6C8559E796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61ECF-AD22-E777-ACA3-2E977463A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A88C1-69BE-1340-8721-A3C82392B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154D-B9D4-469C-B864-0E6DE3867B08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2D2C0-0ADB-5D6F-94AF-6A21E0E63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1E075-CB2E-F383-7358-8C570270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35A69-EB04-4828-B587-F1DE04E07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59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219E4-9CCF-BAA5-220A-6CCAA27A5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49101-73C0-EA0A-184D-709197EB2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B60F9-7B84-8B8B-F2E1-B9FD39DD3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154D-B9D4-469C-B864-0E6DE3867B08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B2D71-E346-807F-353F-5341979C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F688C-023D-F2EA-4BFB-69A8338B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35A69-EB04-4828-B587-F1DE04E07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5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07D313-6200-4180-FBE7-D6D0FC548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8D209-778E-7C48-6E3C-C7F311625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19B38-17EC-5216-AAB1-5FA5106B7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154D-B9D4-469C-B864-0E6DE3867B08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0DFC4-EE13-B170-89FF-BDAEAAE45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60541-BBAF-3E58-0F61-73BDF172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35A69-EB04-4828-B587-F1DE04E07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910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1DAC86-10E7-FFF0-560F-EFC83B491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E84A1-6ECE-7B52-9FAC-7684961A8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57594-47B0-A33D-86F4-026289DAEA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0154D-B9D4-469C-B864-0E6DE3867B08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DBD97-AF38-8A70-68AE-085944A88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4A2C9-455D-9848-78D1-390B5EC63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35A69-EB04-4828-B587-F1DE04E07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54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F4CB7-73A4-9FE5-CF93-2A80297A1F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European Rail vs. Air Travel: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An Efficiency &amp; Connectivity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A320E-686F-D70D-961B-F80FF6C872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Sara Milla, Adam </a:t>
            </a:r>
            <a:r>
              <a:rPr lang="en-US" dirty="0" err="1"/>
              <a:t>Domoslawski</a:t>
            </a:r>
            <a:r>
              <a:rPr lang="en-US" dirty="0"/>
              <a:t>, Rafael Mohr, Noah </a:t>
            </a:r>
            <a:r>
              <a:rPr lang="en-US" dirty="0" err="1"/>
              <a:t>Weidenhaupt</a:t>
            </a:r>
            <a:r>
              <a:rPr lang="en-US" dirty="0"/>
              <a:t>, Kyzer Gerez</a:t>
            </a:r>
          </a:p>
        </p:txBody>
      </p:sp>
    </p:spTree>
    <p:extLst>
      <p:ext uri="{BB962C8B-B14F-4D97-AF65-F5344CB8AC3E}">
        <p14:creationId xmlns:p14="http://schemas.microsoft.com/office/powerpoint/2010/main" val="128580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A5CED-80F7-FDA0-8E08-484CA1F60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8BA2E-4B3C-5577-D8F6-D45D3479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do rail travel times compare to air travel times between major European cities?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Are there routes where high-speed rail leads to shorter journey times than air travel?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percentage of routes are faster to travel by train than by flight?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can estimates of travel time to and from airports and train stations be included for a door-to-door comparison?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Which cities are the best and worst connected by travel time?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603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342C-405B-A60D-6443-EE8407AD2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 &amp; Acquisition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59E41-510D-D837-2D9D-C641EBF1F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Shifted from static historical datasets to </a:t>
            </a:r>
            <a:r>
              <a:rPr lang="en-US" b="1" dirty="0"/>
              <a:t>API-driven collection</a:t>
            </a:r>
            <a:r>
              <a:rPr lang="en-US" dirty="0"/>
              <a:t> for modern relevance</a:t>
            </a:r>
          </a:p>
          <a:p>
            <a:r>
              <a:rPr lang="en-US" dirty="0"/>
              <a:t>Sources:</a:t>
            </a:r>
          </a:p>
          <a:p>
            <a:pPr lvl="1"/>
            <a:r>
              <a:rPr lang="en-US" b="1" dirty="0"/>
              <a:t>Cities:</a:t>
            </a:r>
            <a:r>
              <a:rPr lang="en-US" dirty="0"/>
              <a:t> </a:t>
            </a:r>
            <a:r>
              <a:rPr lang="en-US" i="1" dirty="0" err="1"/>
              <a:t>Simplemaps</a:t>
            </a:r>
            <a:r>
              <a:rPr lang="en-US" dirty="0"/>
              <a:t> (Filtered to EU27 mainland, &gt;500k residents)</a:t>
            </a:r>
          </a:p>
          <a:p>
            <a:pPr lvl="1"/>
            <a:r>
              <a:rPr lang="en-US" b="1" dirty="0"/>
              <a:t>Rail:</a:t>
            </a:r>
            <a:r>
              <a:rPr lang="en-US" dirty="0"/>
              <a:t> </a:t>
            </a:r>
            <a:r>
              <a:rPr lang="en-US" i="1" dirty="0"/>
              <a:t>Deutsche Bahn API</a:t>
            </a:r>
            <a:r>
              <a:rPr lang="en-US" dirty="0"/>
              <a:t> (Routes &amp; Stations) &amp; </a:t>
            </a:r>
            <a:r>
              <a:rPr lang="en-US" i="1" dirty="0"/>
              <a:t>OpenStreetMap</a:t>
            </a:r>
            <a:r>
              <a:rPr lang="en-US" dirty="0"/>
              <a:t> (Infrastructure/HSR tagging)</a:t>
            </a:r>
          </a:p>
          <a:p>
            <a:pPr lvl="1"/>
            <a:r>
              <a:rPr lang="en-US" b="1" dirty="0"/>
              <a:t>Air:</a:t>
            </a:r>
            <a:r>
              <a:rPr lang="en-US" dirty="0"/>
              <a:t> </a:t>
            </a:r>
            <a:r>
              <a:rPr lang="en-US" i="1" dirty="0"/>
              <a:t>Jonty/Airline-Route-Data</a:t>
            </a:r>
            <a:r>
              <a:rPr lang="en-US" dirty="0"/>
              <a:t> (sourced from FlightsFrom.com)</a:t>
            </a:r>
          </a:p>
        </p:txBody>
      </p:sp>
    </p:spTree>
    <p:extLst>
      <p:ext uri="{BB962C8B-B14F-4D97-AF65-F5344CB8AC3E}">
        <p14:creationId xmlns:p14="http://schemas.microsoft.com/office/powerpoint/2010/main" val="2384938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8A826-33C0-5FBC-3987-FE5CC0FA7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&amp; The "Door-to-Door"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8A1ECF-6648-8121-5B84-01EAFAA19E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Algorithm (RQ4):</a:t>
                </a:r>
              </a:p>
              <a:p>
                <a:pPr lvl="1"/>
                <a:r>
                  <a:rPr lang="en-US" b="1" dirty="0"/>
                  <a:t>Not just flight time: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𝑎𝑐𝑐𝑒𝑠𝑠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𝑜𝑣𝑒𝑟h𝑒𝑎𝑑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𝑡𝑟𝑎𝑛𝑠𝑖𝑡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𝑒𝑔𝑟𝑒𝑠𝑠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Assumptions:</a:t>
                </a:r>
                <a:r>
                  <a:rPr lang="en-US" dirty="0"/>
                  <a:t> Fixed security overheads added to flight times; Haversine distances used for city-center access times</a:t>
                </a:r>
              </a:p>
              <a:p>
                <a:r>
                  <a:rPr lang="en-US" dirty="0"/>
                  <a:t>Merged rail and air datasets into a single unified route grid for direct city-pair comparison. 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8A1ECF-6648-8121-5B84-01EAFAA19E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6584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9B289-BE3C-775E-B018-74263C35E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 1 – The Dominance of Air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0C5F3-76CC-C640-4067-D4A2D7D2D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Air travel maintains a significant door-to-door advantage on </a:t>
            </a:r>
            <a:r>
              <a:rPr lang="en-US" b="1" dirty="0"/>
              <a:t>94.72%</a:t>
            </a:r>
            <a:r>
              <a:rPr lang="en-US" dirty="0"/>
              <a:t> of routes</a:t>
            </a:r>
          </a:p>
          <a:p>
            <a:r>
              <a:rPr lang="en-US" dirty="0"/>
              <a:t>The average rail disadvantage is approximately </a:t>
            </a:r>
            <a:r>
              <a:rPr lang="en-US" b="1" dirty="0"/>
              <a:t>400 minutes</a:t>
            </a:r>
            <a:r>
              <a:rPr lang="en-US" dirty="0"/>
              <a:t> on medium-to-long range corridors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724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2BE45-E3A5-7623-6D6C-18F2DDD3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 2 – The Rail Niche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836B9-D4B4-7697-AAAE-8B2DBD470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Rail competitiveness is confined to a niche subset of </a:t>
            </a:r>
            <a:r>
              <a:rPr lang="en-US" b="1" dirty="0"/>
              <a:t>short-distance corridors under 500km</a:t>
            </a:r>
          </a:p>
          <a:p>
            <a:r>
              <a:rPr lang="en-US" dirty="0"/>
              <a:t>High-Speed Rail is the primary driver where trains win</a:t>
            </a:r>
          </a:p>
          <a:p>
            <a:r>
              <a:rPr lang="en-US" b="1" dirty="0"/>
              <a:t>Takeaway</a:t>
            </a:r>
            <a:r>
              <a:rPr lang="en-US" dirty="0"/>
              <a:t>: Development must prioritize high-speed utilization on medium-range corridors to challenge the current air dominance</a:t>
            </a:r>
          </a:p>
        </p:txBody>
      </p:sp>
    </p:spTree>
    <p:extLst>
      <p:ext uri="{BB962C8B-B14F-4D97-AF65-F5344CB8AC3E}">
        <p14:creationId xmlns:p14="http://schemas.microsoft.com/office/powerpoint/2010/main" val="2562249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19C02-4B24-F719-096E-7C5DB15AB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Key Insight 3 – Connectivity Hubs (Best vs. Worst)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C8484-52B5-BB16-D6AF-B74F3D30D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Best Connected:</a:t>
            </a:r>
            <a:r>
              <a:rPr lang="en-US" dirty="0"/>
              <a:t> </a:t>
            </a:r>
            <a:r>
              <a:rPr lang="en-US" b="1" dirty="0"/>
              <a:t>Frankfurt</a:t>
            </a:r>
            <a:r>
              <a:rPr lang="en-US" dirty="0"/>
              <a:t>.</a:t>
            </a:r>
          </a:p>
          <a:p>
            <a:pPr lvl="1"/>
            <a:r>
              <a:rPr lang="en-US" i="1" dirty="0"/>
              <a:t>Reason:</a:t>
            </a:r>
            <a:r>
              <a:rPr lang="en-US" dirty="0"/>
              <a:t> "Dual-modality advantage" serving as both a major HSR and Air hub</a:t>
            </a:r>
          </a:p>
          <a:p>
            <a:r>
              <a:rPr lang="en-US" b="1" dirty="0"/>
              <a:t>Worst Connected:</a:t>
            </a:r>
            <a:r>
              <a:rPr lang="en-US" dirty="0"/>
              <a:t> </a:t>
            </a:r>
            <a:r>
              <a:rPr lang="en-US" b="1" dirty="0"/>
              <a:t>Genoa</a:t>
            </a:r>
            <a:r>
              <a:rPr lang="en-US" dirty="0"/>
              <a:t> (Avg travel time: 689 mins).</a:t>
            </a:r>
          </a:p>
          <a:p>
            <a:pPr lvl="1"/>
            <a:r>
              <a:rPr lang="en-US" i="1" dirty="0"/>
              <a:t>Reason:</a:t>
            </a:r>
            <a:r>
              <a:rPr lang="en-US" dirty="0"/>
              <a:t> "Significant modality gap"—30 out of 42 routes lack an air segment, forcing reliance on slower rail</a:t>
            </a:r>
          </a:p>
          <a:p>
            <a:r>
              <a:rPr lang="en-US" dirty="0"/>
              <a:t>Interesting: </a:t>
            </a:r>
            <a:r>
              <a:rPr lang="en-US" b="1" dirty="0"/>
              <a:t>Athens</a:t>
            </a:r>
            <a:r>
              <a:rPr lang="en-US" dirty="0"/>
              <a:t> outperforms Genoa despite geographic isolation due to strong air links</a:t>
            </a:r>
          </a:p>
        </p:txBody>
      </p:sp>
    </p:spTree>
    <p:extLst>
      <p:ext uri="{BB962C8B-B14F-4D97-AF65-F5344CB8AC3E}">
        <p14:creationId xmlns:p14="http://schemas.microsoft.com/office/powerpoint/2010/main" val="1882701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F0377-6A5D-13D2-BCDA-E2A09E99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415B4-1FB4-FBF3-34F6-CFC32EBC7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859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43840-5D10-949B-17DA-A1BF1443A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Division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0FE85-C8FC-866F-9BCA-869262146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Kyzer:</a:t>
            </a:r>
            <a:r>
              <a:rPr lang="en-US" dirty="0"/>
              <a:t> Railway infrastructure data processing, RQs 2, 3, 4, 5, 6</a:t>
            </a:r>
            <a:endParaRPr lang="en-US" b="1" dirty="0"/>
          </a:p>
          <a:p>
            <a:r>
              <a:rPr lang="en-US" b="1" dirty="0"/>
              <a:t>Noah:</a:t>
            </a:r>
            <a:r>
              <a:rPr lang="en-US" dirty="0"/>
              <a:t> City data processing, Methodology development, Notebook structure, RQs 1, 3, 5, 6</a:t>
            </a:r>
            <a:endParaRPr lang="en-US" b="1" dirty="0"/>
          </a:p>
          <a:p>
            <a:r>
              <a:rPr lang="en-US" b="1" dirty="0"/>
              <a:t>Rafael:</a:t>
            </a:r>
            <a:r>
              <a:rPr lang="en-US" dirty="0"/>
              <a:t> Merging train route data, integrating train data into submission, file aggregation</a:t>
            </a:r>
            <a:endParaRPr lang="fr-FR" b="1" dirty="0"/>
          </a:p>
          <a:p>
            <a:r>
              <a:rPr lang="fr-FR" b="1" dirty="0"/>
              <a:t>Adam:</a:t>
            </a:r>
            <a:r>
              <a:rPr lang="fr-FR" dirty="0"/>
              <a:t> Train station and train route data acquisition</a:t>
            </a:r>
            <a:endParaRPr lang="en-US" b="1" dirty="0"/>
          </a:p>
          <a:p>
            <a:r>
              <a:rPr lang="en-US" b="1" dirty="0"/>
              <a:t>Sara:</a:t>
            </a:r>
            <a:r>
              <a:rPr lang="en-US" dirty="0"/>
              <a:t> Air route data acquisition/preprocessing, RQ4 analysis, Management Summary</a:t>
            </a:r>
          </a:p>
        </p:txBody>
      </p:sp>
    </p:spTree>
    <p:extLst>
      <p:ext uri="{BB962C8B-B14F-4D97-AF65-F5344CB8AC3E}">
        <p14:creationId xmlns:p14="http://schemas.microsoft.com/office/powerpoint/2010/main" val="816671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459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European Rail vs. Air Travel:  An Efficiency &amp; Connectivity Analysis</vt:lpstr>
      <vt:lpstr>Research Questions</vt:lpstr>
      <vt:lpstr>Data Sources &amp; Acquisition Strategy</vt:lpstr>
      <vt:lpstr>Methodology &amp; The "Door-to-Door" Model</vt:lpstr>
      <vt:lpstr>Key Insight 1 – The Dominance of Air</vt:lpstr>
      <vt:lpstr>Key Insight 2 – The Rail Niche</vt:lpstr>
      <vt:lpstr>Key Insight 3 – Connectivity Hubs (Best vs. Worst)</vt:lpstr>
      <vt:lpstr>Sources</vt:lpstr>
      <vt:lpstr>Work Division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Milla</dc:creator>
  <cp:lastModifiedBy>Sara Milla</cp:lastModifiedBy>
  <cp:revision>1</cp:revision>
  <dcterms:created xsi:type="dcterms:W3CDTF">2026-01-17T09:33:47Z</dcterms:created>
  <dcterms:modified xsi:type="dcterms:W3CDTF">2026-01-17T09:48:14Z</dcterms:modified>
</cp:coreProperties>
</file>